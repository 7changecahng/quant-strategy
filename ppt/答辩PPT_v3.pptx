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4" d="100"/>
          <a:sy n="174" d="100"/>
        </p:scale>
        <p:origin x="130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632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</a:t>
            </a:r>
            <a:r>
              <a:rPr lang="en-US" sz="13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课程设计答辩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组：</a:t>
            </a:r>
            <a:r>
              <a:rPr lang="zh-CN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李世祺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4173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五粮液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766560" cy="151180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749040" cy="120091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566160" cy="96469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7178040" cy="98755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4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1258" y="4901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987520-A685-D545-AB1B-5B6CC581C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6259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459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69842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r>
              <a:rPr lang="en-US" sz="1300" dirty="0" err="1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://localhost:8501 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39个测试 · 参数可调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2251</Words>
  <Application>Microsoft Office PowerPoint</Application>
  <PresentationFormat>全屏显示(16:9)</PresentationFormat>
  <Paragraphs>430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Arial</vt:lpstr>
      <vt:lpstr>Arial Black</vt:lpstr>
      <vt:lpstr>Calibri</vt:lpstr>
      <vt:lpstr>Calibri Light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世祺 李</cp:lastModifiedBy>
  <cp:revision>4</cp:revision>
  <dcterms:created xsi:type="dcterms:W3CDTF">2026-06-22T16:14:15Z</dcterms:created>
  <dcterms:modified xsi:type="dcterms:W3CDTF">2026-06-22T16:17:12Z</dcterms:modified>
</cp:coreProperties>
</file>